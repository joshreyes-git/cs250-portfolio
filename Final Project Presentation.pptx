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6D7BC-F9C6-FAEB-D8B9-84945630ED97}" v="149" dt="2026-02-22T15:56:49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/>
              <a:t>SNHU Travel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000"/>
              <a:t>Joshua Reyes</a:t>
            </a:r>
          </a:p>
          <a:p>
            <a:pPr algn="l"/>
            <a:r>
              <a:rPr lang="en-US" sz="2000"/>
              <a:t>CS 250</a:t>
            </a:r>
          </a:p>
          <a:p>
            <a:pPr algn="l"/>
            <a:r>
              <a:rPr lang="en-US" sz="2000"/>
              <a:t>2/22/2026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B124E245-EDBE-D76E-83E6-2A0176A83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268263"/>
            <a:ext cx="5536001" cy="426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0DFEB-A0D7-365A-E163-D2ED0964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Agile &amp; Scrum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5393-561F-6429-A0EC-6DC44E5F5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Agile focuses on flexible and step-by-step development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Work is done in small pieces called sprints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Feedback is used to improve the product over time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Scrum provides roles, events, and structure for Agile teams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Features are delivered gradually instead of all at once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diagram of a scrum process&#10;&#10;AI-generated content may be incorrect.">
            <a:extLst>
              <a:ext uri="{FF2B5EF4-FFF2-40B4-BE49-F238E27FC236}">
                <a16:creationId xmlns:a16="http://schemas.microsoft.com/office/drawing/2014/main" id="{6FB61B76-27F4-D40C-7881-1B6FC3D60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811875"/>
            <a:ext cx="4788505" cy="250199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5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695EC-84C9-E52B-043C-496FCADCA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Scrum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8BA2D-5805-E86B-19E4-F80BA6E7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Product Owner writes and prioritizes user stories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Scrum Master keeps the team organized and on track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Developers build features during each sprint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Testers check that features work correctly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All roles work together to complete the product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diagram of scrum roles&#10;&#10;AI-generated content may be incorrect.">
            <a:extLst>
              <a:ext uri="{FF2B5EF4-FFF2-40B4-BE49-F238E27FC236}">
                <a16:creationId xmlns:a16="http://schemas.microsoft.com/office/drawing/2014/main" id="{E58E5380-93EC-B889-CCCA-4178FF94F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464708"/>
            <a:ext cx="4788505" cy="3196327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0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B59FB-1643-D024-56BA-1D73D2AB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Agile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7141-D722-F0E2-09AA-5A0E8D8C6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Planning: define goals and create user stories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Design: decide how features will be built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Development: build features in short sprints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Testing: check for errors and fix issues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Review: look at progress and plan improvements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diagram of software development cycle&#10;&#10;AI-generated content may be incorrect.">
            <a:extLst>
              <a:ext uri="{FF2B5EF4-FFF2-40B4-BE49-F238E27FC236}">
                <a16:creationId xmlns:a16="http://schemas.microsoft.com/office/drawing/2014/main" id="{7AAA2C1B-2675-2058-E6E1-8E8409B69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4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E1AEB-DD82-AEE1-827F-F24EF2D2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Waterfall 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C2E5C-5736-14FF-5A0B-DC5910CE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Waterfall follows a strict step-by-step process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Requirements are decided at the start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Changes are hard to make later in the project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Agile allows changes during development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Agile delivers working features in smaller steps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6F55CF82-F6C1-74D6-211B-4757DA35F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674205"/>
            <a:ext cx="4788505" cy="2777332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3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646D5-DB47-E80A-D884-D0C4A307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Why Agile Was the Better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2C5EA-93A5-D418-7187-99931EF92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Helped build the </a:t>
            </a:r>
            <a:r>
              <a:rPr lang="en-US" sz="2000" dirty="0" err="1">
                <a:ea typeface="+mn-lt"/>
                <a:cs typeface="+mn-lt"/>
              </a:rPr>
              <a:t>ListView</a:t>
            </a:r>
            <a:r>
              <a:rPr lang="en-US" sz="2000" dirty="0">
                <a:ea typeface="+mn-lt"/>
                <a:cs typeface="+mn-lt"/>
              </a:rPr>
              <a:t> feature step by step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Made it easy to adjust user stories and priorities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Allowed steady progress during each sprint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Kept tasks organized and clear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Agile was effective for completing the project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Better supported changing requirements during development</a:t>
            </a:r>
            <a:endParaRPr lang="en-US" sz="2000" dirty="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46FB4139-70EE-472A-162B-10EF70091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2184914"/>
            <a:ext cx="3902249" cy="375591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3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2514-9F55-45E3-3DCD-515D2DDA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F79E5-A65E-E671-4BE7-78ABC69B9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err="1">
                <a:ea typeface="+mn-lt"/>
                <a:cs typeface="+mn-lt"/>
              </a:rPr>
              <a:t>Grebić</a:t>
            </a:r>
            <a:r>
              <a:rPr lang="en-US" dirty="0">
                <a:ea typeface="+mn-lt"/>
                <a:cs typeface="+mn-lt"/>
              </a:rPr>
              <a:t>, B., &amp; Stojanović, A. (2021). Application of the Scrum Framework on Projects in It Sector. </a:t>
            </a:r>
            <a:r>
              <a:rPr lang="en-US" i="1" dirty="0">
                <a:ea typeface="+mn-lt"/>
                <a:cs typeface="+mn-lt"/>
              </a:rPr>
              <a:t>European Project Management Journal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11</a:t>
            </a:r>
            <a:r>
              <a:rPr lang="en-US" dirty="0">
                <a:ea typeface="+mn-lt"/>
                <a:cs typeface="+mn-lt"/>
              </a:rPr>
              <a:t>(2), 37–46. https://doi.org/10.18485/epmj.2021.11.2.4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Askarpour</a:t>
            </a:r>
            <a:r>
              <a:rPr lang="en-US" dirty="0">
                <a:ea typeface="+mn-lt"/>
                <a:cs typeface="+mn-lt"/>
              </a:rPr>
              <a:t>, M., Kokaly, S., &amp; S, R. (2024). </a:t>
            </a:r>
            <a:r>
              <a:rPr lang="en-US" i="1" dirty="0">
                <a:ea typeface="+mn-lt"/>
                <a:cs typeface="+mn-lt"/>
              </a:rPr>
              <a:t>An Exploration of Agile Methods in the Automotive Industry: Benefits, Challenges and Opportunities</a:t>
            </a:r>
            <a:r>
              <a:rPr lang="en-US" dirty="0">
                <a:ea typeface="+mn-lt"/>
                <a:cs typeface="+mn-lt"/>
              </a:rPr>
              <a:t>. </a:t>
            </a:r>
            <a:endParaRPr lang="en-US" dirty="0"/>
          </a:p>
          <a:p>
            <a:r>
              <a:rPr lang="en-US" err="1">
                <a:ea typeface="+mn-lt"/>
                <a:cs typeface="+mn-lt"/>
              </a:rPr>
              <a:t>Widyantoro</a:t>
            </a:r>
            <a:r>
              <a:rPr lang="en-US" dirty="0">
                <a:ea typeface="+mn-lt"/>
                <a:cs typeface="+mn-lt"/>
              </a:rPr>
              <a:t>, A., Al Bina, F. F., </a:t>
            </a:r>
            <a:r>
              <a:rPr lang="en-US" err="1">
                <a:ea typeface="+mn-lt"/>
                <a:cs typeface="+mn-lt"/>
              </a:rPr>
              <a:t>Prayoga</a:t>
            </a:r>
            <a:r>
              <a:rPr lang="en-US" dirty="0">
                <a:ea typeface="+mn-lt"/>
                <a:cs typeface="+mn-lt"/>
              </a:rPr>
              <a:t>, T., Safei, R., &amp; </a:t>
            </a:r>
            <a:r>
              <a:rPr lang="en-US" err="1">
                <a:ea typeface="+mn-lt"/>
                <a:cs typeface="+mn-lt"/>
              </a:rPr>
              <a:t>Arrasid</a:t>
            </a:r>
            <a:r>
              <a:rPr lang="en-US" dirty="0">
                <a:ea typeface="+mn-lt"/>
                <a:cs typeface="+mn-lt"/>
              </a:rPr>
              <a:t>, M. A. (2025). Systematic Literature Review: </a:t>
            </a:r>
            <a:r>
              <a:rPr lang="en-US" err="1">
                <a:ea typeface="+mn-lt"/>
                <a:cs typeface="+mn-lt"/>
              </a:rPr>
              <a:t>Membandingkan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Pendekatan</a:t>
            </a:r>
            <a:r>
              <a:rPr lang="en-US" dirty="0">
                <a:ea typeface="+mn-lt"/>
                <a:cs typeface="+mn-lt"/>
              </a:rPr>
              <a:t> Metode Agile dan Waterfall </a:t>
            </a:r>
            <a:r>
              <a:rPr lang="en-US" err="1">
                <a:ea typeface="+mn-lt"/>
                <a:cs typeface="+mn-lt"/>
              </a:rPr>
              <a:t>dalam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Pengembangan</a:t>
            </a:r>
            <a:r>
              <a:rPr lang="en-US" dirty="0">
                <a:ea typeface="+mn-lt"/>
                <a:cs typeface="+mn-lt"/>
              </a:rPr>
              <a:t> Perangkat Lunak. </a:t>
            </a:r>
            <a:r>
              <a:rPr lang="en-US" i="1" dirty="0">
                <a:ea typeface="+mn-lt"/>
                <a:cs typeface="+mn-lt"/>
              </a:rPr>
              <a:t>Journal of Comprehensive Science (JCS)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4</a:t>
            </a:r>
            <a:r>
              <a:rPr lang="en-US" dirty="0">
                <a:ea typeface="+mn-lt"/>
                <a:cs typeface="+mn-lt"/>
              </a:rPr>
              <a:t>(1), 183–193. https://doi.org/10.59188/jcs.v4i1.2969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Lim, M., Skelton, L., &amp; </a:t>
            </a:r>
            <a:r>
              <a:rPr lang="en-US" dirty="0" err="1">
                <a:ea typeface="+mn-lt"/>
                <a:cs typeface="+mn-lt"/>
              </a:rPr>
              <a:t>Mehdipour</a:t>
            </a:r>
            <a:r>
              <a:rPr lang="en-US" dirty="0">
                <a:ea typeface="+mn-lt"/>
                <a:cs typeface="+mn-lt"/>
              </a:rPr>
              <a:t>, F. (2025). </a:t>
            </a:r>
            <a:r>
              <a:rPr lang="en-US" i="1" dirty="0">
                <a:ea typeface="+mn-lt"/>
                <a:cs typeface="+mn-lt"/>
              </a:rPr>
              <a:t>Bridging Agile and Traditional Practices: The Role of Project Managers in Enhancing Scrum Team Success and Sustainable Development</a:t>
            </a:r>
            <a:r>
              <a:rPr lang="en-US" dirty="0">
                <a:ea typeface="+mn-lt"/>
                <a:cs typeface="+mn-lt"/>
              </a:rPr>
              <a:t> (Vol. 2). Atlantis Press International BV. https://doi.org/10.2991/978-94-6463-720-5_11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90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SNHU Travel Project</vt:lpstr>
      <vt:lpstr>Agile &amp; Scrum Overview</vt:lpstr>
      <vt:lpstr>Scrum Roles</vt:lpstr>
      <vt:lpstr>Agile Phases</vt:lpstr>
      <vt:lpstr>Waterfall Model Comparison</vt:lpstr>
      <vt:lpstr>Why Agile Was the Better Choice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2026-02-22T15:35:58Z</dcterms:created>
  <dcterms:modified xsi:type="dcterms:W3CDTF">2026-02-22T15:57:04Z</dcterms:modified>
</cp:coreProperties>
</file>